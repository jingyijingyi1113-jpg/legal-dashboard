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4832" y="2143125"/>
            <a:ext cx="4974336" cy="857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工作量化评估汇报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504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前期进展：PA &amp; 消保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39825"/>
            <a:ext cx="4064000" cy="2909570"/>
          </a:xfrm>
          <a:prstGeom prst="roundRect">
            <a:avLst>
              <a:gd name="adj" fmla="val 3065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330226"/>
            <a:ext cx="375671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✅ 现状与执行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1500" y="1742926"/>
            <a:ext cx="3683050" cy="1673423"/>
          </a:xfrm>
          <a:prstGeom prst="rect">
            <a:avLst/>
          </a:prstGeom>
          <a:noFill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工时记录：各团队以周为单位上传 Timesheet 至指定微盘。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工时分析（部门）：业管按月进行整体统计分析（架构调整后暂停）。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工时分析（团队）：目前无团队自主进行工时统计分析。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价值评估：年初基于 OKR 开展过一次评估；上半年计算过两次 VOC。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99000" y="1139825"/>
            <a:ext cx="4064000" cy="2909570"/>
          </a:xfrm>
          <a:prstGeom prst="roundRect">
            <a:avLst>
              <a:gd name="adj" fmla="val 3065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89450" y="1330226"/>
            <a:ext cx="375671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⚠️ 存在问题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89450" y="1742926"/>
            <a:ext cx="3683050" cy="1086743"/>
          </a:xfrm>
          <a:prstGeom prst="rect">
            <a:avLst/>
          </a:prstGeom>
          <a:noFill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提交不及时：部分同事未能按时提交。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填写质量差：存在信息不完整、随意更改模版等现象。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缺乏复核：团队 Leader 未对数据进行确认。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zh-CN" alt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备注</a:t>
            </a: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：架构调整后，部分统计工作已暂停。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4292600"/>
            <a:ext cx="9144000" cy="847725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4130" y="4292600"/>
            <a:ext cx="1270" cy="83312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000" y="4626025"/>
            <a:ext cx="850106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现状：基础数据收集流程存在，数据质量有待提升以及后续工作执行方向和力度待确认。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504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前期进展：合规交易部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39726"/>
            <a:ext cx="4064050" cy="3749873"/>
          </a:xfrm>
          <a:prstGeom prst="roundRect">
            <a:avLst>
              <a:gd name="adj" fmla="val 2709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330226"/>
            <a:ext cx="375671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✅ 现状与执行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1500" y="1742926"/>
            <a:ext cx="3683050" cy="883741"/>
          </a:xfrm>
          <a:prstGeom prst="rect">
            <a:avLst/>
          </a:prstGeom>
          <a:noFill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工时记录：保持以周为单位上传 Timesheet 至指定微盘。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工时分析：业管月度协助统计，投并 &amp; Corporate 管理 Leader 按月 Review。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98950" y="1139726"/>
            <a:ext cx="4064050" cy="3749873"/>
          </a:xfrm>
          <a:prstGeom prst="roundRect">
            <a:avLst>
              <a:gd name="adj" fmla="val 2709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89450" y="1330226"/>
            <a:ext cx="375671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⚠️ 存在问题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89450" y="1742926"/>
            <a:ext cx="3683050" cy="985242"/>
          </a:xfrm>
          <a:prstGeom prst="rect">
            <a:avLst/>
          </a:prstGeom>
          <a:noFill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提交不及时：部分人员未按时交付数据。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填写质量差：填写不规范、模版被随意修改。</a:t>
            </a:r>
            <a:endParaRPr lang="en-US" sz="1100" dirty="0"/>
          </a:p>
          <a:p>
            <a:pPr marL="127000" indent="-127000" algn="l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管理差异：相比 PA 部门，增加了 Leader Review 环节，但基础数据质量问题依然存在。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5825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504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当前机制运行痛点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649611"/>
            <a:ext cx="8382000" cy="1234827"/>
          </a:xfrm>
          <a:prstGeom prst="rect">
            <a:avLst/>
          </a:prstGeom>
          <a:solidFill>
            <a:srgbClr val="FEF2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9100" y="1649611"/>
            <a:ext cx="0" cy="1234827"/>
          </a:xfrm>
          <a:prstGeom prst="line">
            <a:avLst/>
          </a:prstGeom>
          <a:noFill/>
          <a:ln w="762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1903512"/>
            <a:ext cx="7953958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🔴 核心痛点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1101" y="2344787"/>
            <a:ext cx="7953958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F1D1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成本测算：每月需投入 1.5 人力，耗时 3-5 天。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3265438"/>
            <a:ext cx="4000500" cy="1114127"/>
          </a:xfrm>
          <a:prstGeom prst="roundRect">
            <a:avLst>
              <a:gd name="adj" fmla="val 9119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81000" y="3289250"/>
            <a:ext cx="40005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901" y="3566964"/>
            <a:ext cx="356255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员工侧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4901" y="3916114"/>
            <a:ext cx="3562552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填写繁琐，上传流程复杂，用户体验差。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2500" y="3265438"/>
            <a:ext cx="4000500" cy="1114127"/>
          </a:xfrm>
          <a:prstGeom prst="roundRect">
            <a:avLst>
              <a:gd name="adj" fmla="val 9119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62500" y="3289250"/>
            <a:ext cx="400050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6401" y="3566964"/>
            <a:ext cx="356255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业管侧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16401" y="3916114"/>
            <a:ext cx="3562552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数据处理流程极度耗时。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762" y="1859012"/>
            <a:ext cx="3808476" cy="742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系统化解决方案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456148" y="2855863"/>
            <a:ext cx="4231556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3C5F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以 CTD 为试点系统化能力探索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4426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系统核心功能 (Codebuddy Pilot)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9145" y="796826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8195" y="796826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8746" y="898327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🕒 在线填报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8746" y="1177677"/>
            <a:ext cx="2745843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自动化填写，提升效率，从源头解决数据质量问题。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97745" y="799366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6795" y="799366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37346" y="900867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📊 自动统计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37346" y="1180217"/>
            <a:ext cx="2745843" cy="27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免去人工整理，自动汇总并生成报表，消除人工误差。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9145" y="1654820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98195" y="1654820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746" y="1756321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💾 数据存储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8746" y="2035671"/>
            <a:ext cx="2745843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实时数据库存储，支持随时调取与历史追溯。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97745" y="1657360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16795" y="1657360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7346" y="1758861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🛡️ 权限管理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37346" y="2038211"/>
            <a:ext cx="2745843" cy="27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分级管理（管理员/管理者/普通用户），保障数据安全。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9145" y="2512814"/>
            <a:ext cx="2933105" cy="619423"/>
          </a:xfrm>
          <a:prstGeom prst="roundRect">
            <a:avLst>
              <a:gd name="adj" fmla="val 10251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98195" y="2512814"/>
            <a:ext cx="0" cy="61942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746" y="2614315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🤖 AI 助手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746" y="2893665"/>
            <a:ext cx="2745843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接入混元大模型，智能化辅助填写（持续优化中）。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0" y="4759523"/>
            <a:ext cx="9144000" cy="383977"/>
          </a:xfrm>
          <a:prstGeom prst="rect">
            <a:avLst/>
          </a:prstGeom>
          <a:solidFill>
            <a:srgbClr val="ECFD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3813" y="4759523"/>
            <a:ext cx="0" cy="383977"/>
          </a:xfrm>
          <a:prstGeom prst="line">
            <a:avLst/>
          </a:prstGeom>
          <a:noFill/>
          <a:ln w="47625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8625" y="4861024"/>
            <a:ext cx="850106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目前成效（自动统计模块）：统计耗时已降至 0.5 人天 (1人力)。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782</Words>
  <Application>WPS 表格</Application>
  <PresentationFormat>On-screen Show (16:9)</PresentationFormat>
  <Paragraphs>75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宋体</vt:lpstr>
      <vt:lpstr>Wingdings</vt:lpstr>
      <vt:lpstr>Arial</vt:lpstr>
      <vt:lpstr>Arial</vt:lpstr>
      <vt:lpstr>汉仪书宋二KW</vt:lpstr>
      <vt:lpstr>宋体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工作量化评估汇报</dc:title>
  <dc:creator>Codebuddy</dc:creator>
  <dc:subject>工时管理系统汇报</dc:subject>
  <cp:lastModifiedBy>Ivy.</cp:lastModifiedBy>
  <cp:revision>3</cp:revision>
  <dcterms:created xsi:type="dcterms:W3CDTF">2025-12-14T15:01:49Z</dcterms:created>
  <dcterms:modified xsi:type="dcterms:W3CDTF">2025-12-14T15:01:49Z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7CFE7B424C61AC9E7CCB3E6999CEC6E1_42</vt:lpwstr>
  </property>
</Properties>
</file>