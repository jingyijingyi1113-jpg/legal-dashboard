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939796" y="1049387"/>
            <a:ext cx="3264408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工时管理系统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2340017" y="2046238"/>
            <a:ext cx="446381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Timesheet Management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12285" y="3668613"/>
            <a:ext cx="271942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法务部门工时记录与管理解决方案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8588"/>
            <a:ext cx="145079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396901"/>
            <a:ext cx="8128099" cy="1196727"/>
          </a:xfrm>
          <a:prstGeom prst="rect">
            <a:avLst/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6050" y="1396901"/>
            <a:ext cx="0" cy="1196727"/>
          </a:xfrm>
          <a:prstGeom prst="line">
            <a:avLst/>
          </a:prstGeom>
          <a:noFill/>
          <a:ln w="762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051" y="1650802"/>
            <a:ext cx="76949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传统工时管理痛点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051" y="2092077"/>
            <a:ext cx="76949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法务部门在工时记录和管理方面面临诸多挑战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950" y="2847529"/>
            <a:ext cx="1841599" cy="1149251"/>
          </a:xfrm>
          <a:prstGeom prst="roundRect">
            <a:avLst>
              <a:gd name="adj" fmla="val 663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8450" y="3038029"/>
            <a:ext cx="148981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手工记录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8450" y="3387179"/>
            <a:ext cx="148981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数据分散、易出错、难以统计分析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3450" y="2847529"/>
            <a:ext cx="1841599" cy="1149251"/>
          </a:xfrm>
          <a:prstGeom prst="roundRect">
            <a:avLst>
              <a:gd name="adj" fmla="val 663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93950" y="3038029"/>
            <a:ext cx="148981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缺乏实时监控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93950" y="3387179"/>
            <a:ext cx="148981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无法及时了解项目工时消耗情况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98950" y="2847529"/>
            <a:ext cx="1841599" cy="1149251"/>
          </a:xfrm>
          <a:prstGeom prst="roundRect">
            <a:avLst>
              <a:gd name="adj" fmla="val 663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89450" y="3038029"/>
            <a:ext cx="148981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报表生成困难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89450" y="3387179"/>
            <a:ext cx="148981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月度/季度报表需要大量人工整理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94450" y="2847529"/>
            <a:ext cx="1841599" cy="1149251"/>
          </a:xfrm>
          <a:prstGeom prst="roundRect">
            <a:avLst>
              <a:gd name="adj" fmla="val 663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84950" y="3038029"/>
            <a:ext cx="148981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权限管理缺失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84950" y="3387179"/>
            <a:ext cx="148981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数据安全和访问控制难以保障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03138"/>
            <a:ext cx="186537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解决方案概述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952500"/>
            <a:ext cx="8128099" cy="784027"/>
          </a:xfrm>
          <a:prstGeom prst="rect">
            <a:avLst/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6525" y="952500"/>
            <a:ext cx="0" cy="784027"/>
          </a:xfrm>
          <a:prstGeom prst="line">
            <a:avLst/>
          </a:prstGeom>
          <a:noFill/>
          <a:ln w="5715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9450"/>
            <a:ext cx="79733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一站式工时管理平台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92051" y="1409551"/>
            <a:ext cx="79733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Web 的现代化工时管理系统，实现工时记录、审批、统计、报表全流程数字化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1888927"/>
            <a:ext cx="4254401" cy="695176"/>
          </a:xfrm>
          <a:prstGeom prst="roundRect">
            <a:avLst>
              <a:gd name="adj" fmla="val 9134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27000" y="1888927"/>
            <a:ext cx="0" cy="695176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3001" y="2015877"/>
            <a:ext cx="40416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在线工时填报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3001" y="2276177"/>
            <a:ext cx="40416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支持按日/周填报，自动计算工作日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950" y="2711053"/>
            <a:ext cx="4254401" cy="695176"/>
          </a:xfrm>
          <a:prstGeom prst="roundRect">
            <a:avLst>
              <a:gd name="adj" fmla="val 9134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27000" y="2711053"/>
            <a:ext cx="0" cy="695176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3001" y="2838004"/>
            <a:ext cx="40416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多维度统计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3001" y="3098304"/>
            <a:ext cx="40416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按人员/项目/部门多维度数据分析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950" y="3533180"/>
            <a:ext cx="4254401" cy="695176"/>
          </a:xfrm>
          <a:prstGeom prst="roundRect">
            <a:avLst>
              <a:gd name="adj" fmla="val 9134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27000" y="3533180"/>
            <a:ext cx="0" cy="695176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3001" y="3660130"/>
            <a:ext cx="40416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智能报表导出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3001" y="3920430"/>
            <a:ext cx="40416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一键生成 Excel 报表，支持自定义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950" y="4355306"/>
            <a:ext cx="4254401" cy="695176"/>
          </a:xfrm>
          <a:prstGeom prst="roundRect">
            <a:avLst>
              <a:gd name="adj" fmla="val 9134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27000" y="4355306"/>
            <a:ext cx="0" cy="695176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3001" y="4482257"/>
            <a:ext cx="40416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角色权限管理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3001" y="4742557"/>
            <a:ext cx="40416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管理员/管理者/普通用户三级权限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8588"/>
            <a:ext cx="217612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核心功能模块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43000"/>
            <a:ext cx="829066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功能架构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581150"/>
            <a:ext cx="1889224" cy="1609427"/>
          </a:xfrm>
          <a:prstGeom prst="roundRect">
            <a:avLst>
              <a:gd name="adj" fmla="val 473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604963"/>
            <a:ext cx="1889224" cy="0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0350" y="1781175"/>
            <a:ext cx="16161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工时填报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0350" y="2111276"/>
            <a:ext cx="1584424" cy="87615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日历视图选择日期</a:t>
            </a:r>
            <a:endParaRPr lang="en-US" sz="10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项目/事项分类选择</a:t>
            </a:r>
            <a:endParaRPr lang="en-US" sz="10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工时小时数填写</a:t>
            </a:r>
            <a:endParaRPr lang="en-US" sz="10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备注说明添加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87675" y="1581150"/>
            <a:ext cx="1889224" cy="1609427"/>
          </a:xfrm>
          <a:prstGeom prst="roundRect">
            <a:avLst>
              <a:gd name="adj" fmla="val 473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587675" y="1604963"/>
            <a:ext cx="1889224" cy="0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0075" y="1781175"/>
            <a:ext cx="16161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数据统计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0075" y="2111276"/>
            <a:ext cx="1584424" cy="87615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个人工时汇总</a:t>
            </a:r>
            <a:endParaRPr lang="en-US" sz="10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项目工时分析</a:t>
            </a:r>
            <a:endParaRPr lang="en-US" sz="10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部门工时排名</a:t>
            </a:r>
            <a:endParaRPr lang="en-US" sz="10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趋势图表展示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7399" y="1581150"/>
            <a:ext cx="1889224" cy="1609427"/>
          </a:xfrm>
          <a:prstGeom prst="roundRect">
            <a:avLst>
              <a:gd name="adj" fmla="val 473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67399" y="1604963"/>
            <a:ext cx="1889224" cy="0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9799" y="1781175"/>
            <a:ext cx="16161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报表导出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19799" y="2111276"/>
            <a:ext cx="1584424" cy="87615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月度工时报表</a:t>
            </a:r>
            <a:endParaRPr lang="en-US" sz="10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项目工时明细</a:t>
            </a:r>
            <a:endParaRPr lang="en-US" sz="10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格式导出</a:t>
            </a:r>
            <a:endParaRPr lang="en-US" sz="10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自定义筛选条件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47123" y="1581150"/>
            <a:ext cx="1889224" cy="1609427"/>
          </a:xfrm>
          <a:prstGeom prst="roundRect">
            <a:avLst>
              <a:gd name="adj" fmla="val 473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747123" y="1604963"/>
            <a:ext cx="1889224" cy="0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99523" y="1781175"/>
            <a:ext cx="16161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系统管理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99523" y="2111276"/>
            <a:ext cx="1584424" cy="87615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用户账号管理</a:t>
            </a:r>
            <a:endParaRPr lang="en-US" sz="10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项目类型配置</a:t>
            </a:r>
            <a:endParaRPr lang="en-US" sz="10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权限角色设置</a:t>
            </a:r>
            <a:endParaRPr lang="en-US" sz="10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数据备份恢复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950" y="3381077"/>
            <a:ext cx="829066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用户角色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950" y="3819227"/>
            <a:ext cx="2582317" cy="739676"/>
          </a:xfrm>
          <a:prstGeom prst="roundRect">
            <a:avLst>
              <a:gd name="adj" fmla="val 10302"/>
            </a:avLst>
          </a:prstGeom>
          <a:solidFill>
            <a:srgbClr val="FADBD8"/>
          </a:solidFill>
          <a:ln w="19050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1048" y="3965228"/>
            <a:ext cx="23361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1048" y="4250978"/>
            <a:ext cx="23361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系统配置、用户管理、全部数据查看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80767" y="3819227"/>
            <a:ext cx="2582317" cy="739676"/>
          </a:xfrm>
          <a:prstGeom prst="roundRect">
            <a:avLst>
              <a:gd name="adj" fmla="val 10302"/>
            </a:avLst>
          </a:prstGeom>
          <a:solidFill>
            <a:srgbClr val="D4EFDF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03864" y="3965228"/>
            <a:ext cx="23361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管理者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03864" y="4250978"/>
            <a:ext cx="23361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团队工时查看、报表导出、数据统计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53584" y="3819227"/>
            <a:ext cx="2582317" cy="739676"/>
          </a:xfrm>
          <a:prstGeom prst="roundRect">
            <a:avLst>
              <a:gd name="adj" fmla="val 10302"/>
            </a:avLst>
          </a:prstGeom>
          <a:solidFill>
            <a:srgbClr val="D6EAF8"/>
          </a:solidFill>
          <a:ln w="19050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76681" y="3965228"/>
            <a:ext cx="23361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普通用户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76681" y="4250978"/>
            <a:ext cx="23361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个人工时填报、查看个人统计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8588"/>
            <a:ext cx="145079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系统价值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43000"/>
            <a:ext cx="1841599" cy="2044303"/>
          </a:xfrm>
          <a:prstGeom prst="roundRect">
            <a:avLst>
              <a:gd name="adj" fmla="val 551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11300" y="1396901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342223" y="1538139"/>
            <a:ext cx="1729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3844" y="2184202"/>
            <a:ext cx="148981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效率提升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3844" y="2533352"/>
            <a:ext cx="148981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告别 Excel，工时填报效率提升 80%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03450" y="1143000"/>
            <a:ext cx="1841599" cy="2044303"/>
          </a:xfrm>
          <a:prstGeom prst="roundRect">
            <a:avLst>
              <a:gd name="adj" fmla="val 551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06800" y="1396901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37723" y="1538139"/>
            <a:ext cx="1729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779344" y="2184202"/>
            <a:ext cx="148981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数据准确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79344" y="2533352"/>
            <a:ext cx="148981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自动计算汇总，消除人工统计错误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98950" y="1143000"/>
            <a:ext cx="1841599" cy="2044303"/>
          </a:xfrm>
          <a:prstGeom prst="roundRect">
            <a:avLst>
              <a:gd name="adj" fmla="val 551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02300" y="1396901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33223" y="1538139"/>
            <a:ext cx="1729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874844" y="2184202"/>
            <a:ext cx="148981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实时可视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74844" y="2533352"/>
            <a:ext cx="148981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随时查看工时数据，辅助决策分析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94450" y="1143000"/>
            <a:ext cx="1841599" cy="2044303"/>
          </a:xfrm>
          <a:prstGeom prst="roundRect">
            <a:avLst>
              <a:gd name="adj" fmla="val 551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397800" y="1396901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628723" y="1538139"/>
            <a:ext cx="1729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970344" y="2184202"/>
            <a:ext cx="148981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安全可控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70344" y="2533352"/>
            <a:ext cx="148981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权限分级管理，数据安全有保障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950" y="3504754"/>
            <a:ext cx="1841599" cy="1063526"/>
          </a:xfrm>
          <a:prstGeom prst="roundRect">
            <a:avLst>
              <a:gd name="adj" fmla="val 7165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83844" y="3695254"/>
            <a:ext cx="148981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83844" y="4168229"/>
            <a:ext cx="14898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填报效率提升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03450" y="3504754"/>
            <a:ext cx="1841599" cy="1063526"/>
          </a:xfrm>
          <a:prstGeom prst="roundRect">
            <a:avLst>
              <a:gd name="adj" fmla="val 7165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779344" y="3695254"/>
            <a:ext cx="148981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2779344" y="4168229"/>
            <a:ext cx="14898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数据准确率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98950" y="3504754"/>
            <a:ext cx="1841599" cy="1063526"/>
          </a:xfrm>
          <a:prstGeom prst="roundRect">
            <a:avLst>
              <a:gd name="adj" fmla="val 7165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74844" y="3695254"/>
            <a:ext cx="148981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874844" y="4168229"/>
            <a:ext cx="14898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报表生成时间节省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94450" y="3504754"/>
            <a:ext cx="1841599" cy="1063526"/>
          </a:xfrm>
          <a:prstGeom prst="roundRect">
            <a:avLst>
              <a:gd name="adj" fmla="val 7165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970344" y="3695254"/>
            <a:ext cx="148981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970344" y="4168229"/>
            <a:ext cx="14898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随时随地访问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8588"/>
            <a:ext cx="145079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43000"/>
            <a:ext cx="829066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555700"/>
            <a:ext cx="1889224" cy="1190625"/>
          </a:xfrm>
          <a:prstGeom prst="roundRect">
            <a:avLst>
              <a:gd name="adj" fmla="val 6400"/>
            </a:avLst>
          </a:prstGeom>
          <a:solidFill>
            <a:srgbClr val="D6EAF8"/>
          </a:solidFill>
          <a:ln w="19050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3937" y="1727150"/>
            <a:ext cx="1577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3937" y="2031950"/>
            <a:ext cx="15772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3937" y="2174825"/>
            <a:ext cx="15772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3937" y="2317700"/>
            <a:ext cx="15772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构建工具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87675" y="1555700"/>
            <a:ext cx="1889224" cy="1190625"/>
          </a:xfrm>
          <a:prstGeom prst="roundRect">
            <a:avLst>
              <a:gd name="adj" fmla="val 6400"/>
            </a:avLst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43661" y="1727150"/>
            <a:ext cx="1577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661" y="2031950"/>
            <a:ext cx="15772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Flask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661" y="2174825"/>
            <a:ext cx="15772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API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661" y="2317700"/>
            <a:ext cx="15772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认证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7399" y="1555700"/>
            <a:ext cx="1889224" cy="1190625"/>
          </a:xfrm>
          <a:prstGeom prst="roundRect">
            <a:avLst>
              <a:gd name="adj" fmla="val 6400"/>
            </a:avLst>
          </a:prstGeom>
          <a:solidFill>
            <a:srgbClr val="FCF3CF"/>
          </a:solidFill>
          <a:ln w="19050">
            <a:solidFill>
              <a:srgbClr val="F1C4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23386" y="1727150"/>
            <a:ext cx="1577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68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23386" y="2031950"/>
            <a:ext cx="15772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23386" y="2174825"/>
            <a:ext cx="15772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轻量级部署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23386" y="2355800"/>
            <a:ext cx="15772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数据持久化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47123" y="1555700"/>
            <a:ext cx="1889224" cy="1190625"/>
          </a:xfrm>
          <a:prstGeom prst="roundRect">
            <a:avLst>
              <a:gd name="adj" fmla="val 6400"/>
            </a:avLst>
          </a:prstGeom>
          <a:solidFill>
            <a:srgbClr val="FADBD8"/>
          </a:solidFill>
          <a:ln w="19050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03110" y="1727150"/>
            <a:ext cx="1577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110" y="2031950"/>
            <a:ext cx="15772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腾讯云服务器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03110" y="2212925"/>
            <a:ext cx="15772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内网访问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03110" y="2393900"/>
            <a:ext cx="15772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企业级安全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7950" y="3000226"/>
            <a:ext cx="8128099" cy="1177230"/>
          </a:xfrm>
          <a:prstGeom prst="roundRect">
            <a:avLst>
              <a:gd name="adj" fmla="val 647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31763" y="3000226"/>
            <a:ext cx="0" cy="1177230"/>
          </a:xfrm>
          <a:prstGeom prst="line">
            <a:avLst/>
          </a:prstGeom>
          <a:noFill/>
          <a:ln w="47625">
            <a:solidFill>
              <a:srgbClr val="9B59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6075" y="3190726"/>
            <a:ext cx="785346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系统架构特点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6075" y="3539877"/>
            <a:ext cx="7853464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采用前后端分离架构，前端使用 React 构建响应式界面，后端使用 Flask 提供 RESTful API。系统部署在腾讯云内网服务器，通过企业 VPN 访问，确保数据安全。SQLite 数据库轻量高效，满足部门级应用需求。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39312" y="655886"/>
            <a:ext cx="1865376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276804" y="1547961"/>
            <a:ext cx="259024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欢迎试用工时管理系统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03289" y="2281386"/>
            <a:ext cx="4137273" cy="1272927"/>
          </a:xfrm>
          <a:prstGeom prst="roundRect">
            <a:avLst>
              <a:gd name="adj" fmla="val 7982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980026" y="2535287"/>
            <a:ext cx="31838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系统访问地址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980026" y="2976563"/>
            <a:ext cx="3183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http://9.135.78.109:8081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393540" y="4062264"/>
            <a:ext cx="23569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如有问题，请联系系统管理员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5041999"/>
            <a:ext cx="9144000" cy="101501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工时管理系统汇报</dc:title>
  <dc:subject>工时管理系统功能介绍</dc:subject>
  <dc:creator>法务部门</dc:creator>
  <cp:lastModifiedBy>法务部门</cp:lastModifiedBy>
  <cp:revision>1</cp:revision>
  <dcterms:created xsi:type="dcterms:W3CDTF">2025-12-13T14:17:40Z</dcterms:created>
  <dcterms:modified xsi:type="dcterms:W3CDTF">2025-12-13T14:17:40Z</dcterms:modified>
</cp:coreProperties>
</file>