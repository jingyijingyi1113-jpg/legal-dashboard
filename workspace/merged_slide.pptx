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26950"/>
            <a:ext cx="86792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前期进展：PA &amp; 消保 / 合规交易部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771376"/>
            <a:ext cx="4159300" cy="352425"/>
          </a:xfrm>
          <a:prstGeom prst="roundRect">
            <a:avLst>
              <a:gd name="adj" fmla="val 1441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847576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&amp; 消保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1225302"/>
            <a:ext cx="2028974" cy="3426321"/>
          </a:xfrm>
          <a:prstGeom prst="roundRect">
            <a:avLst>
              <a:gd name="adj" fmla="val 37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8951" y="1326803"/>
            <a:ext cx="1862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现状与执行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8951" y="1631603"/>
            <a:ext cx="1825972" cy="134034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工时记录：各团队以周为单位上传 Timesheet 至指定微盘。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工时分析（部门）：业管按月进行整体统计分析（架构调整后暂停汇报）。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工时分析（团队）：目前无团队自主进行工时统计分析。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价值评估：年初基于 OKR 开展过一次评估；上半年计算过两次 VOC。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47925" y="1225302"/>
            <a:ext cx="2028974" cy="3426321"/>
          </a:xfrm>
          <a:prstGeom prst="roundRect">
            <a:avLst>
              <a:gd name="adj" fmla="val 37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49426" y="1326803"/>
            <a:ext cx="1862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存在问题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9426" y="1631603"/>
            <a:ext cx="1825972" cy="120833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提交不及时：部分同事未能按时提交。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填写质量差：存在信息不完整、随意更改模版等现象。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缺乏复核：团队 Leader 未对数据进行确认。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备注：架构调整后，部分统计汇报工作已暂停。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7250" y="771376"/>
            <a:ext cx="4159300" cy="352425"/>
          </a:xfrm>
          <a:prstGeom prst="roundRect">
            <a:avLst>
              <a:gd name="adj" fmla="val 1441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4200" y="847576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合规交易部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7250" y="1225302"/>
            <a:ext cx="2028974" cy="3426321"/>
          </a:xfrm>
          <a:prstGeom prst="roundRect">
            <a:avLst>
              <a:gd name="adj" fmla="val 37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8751" y="1326803"/>
            <a:ext cx="1862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现状与执行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68751" y="1631603"/>
            <a:ext cx="1825972" cy="7108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工时记录：保持以周为单位上传 Timesheet 至指定微盘。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工时分析：业管月度协助统计，投并 &amp; Corporate 管理 Leader 按月 Review。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97725" y="1225302"/>
            <a:ext cx="2028974" cy="3426321"/>
          </a:xfrm>
          <a:prstGeom prst="roundRect">
            <a:avLst>
              <a:gd name="adj" fmla="val 37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99225" y="1326803"/>
            <a:ext cx="1862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存在问题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99225" y="1631603"/>
            <a:ext cx="1825972" cy="10255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提交不及时：部分人员未按时交付数据。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填写质量差：填写不规范、模版被随意修改。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管理差异：相比 PA 部门，增加了 Leader Review 环节，但基础数据质量问题依然存在。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0" y="4778573"/>
            <a:ext cx="9144000" cy="364927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3813" y="4778573"/>
            <a:ext cx="0" cy="36492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075" y="4880074"/>
            <a:ext cx="86307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现状：基础数据收集流程存在，数据质量有待提升以及后续工作执行方向和力度待确认。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前期进展合并</dc:title>
  <dc:subject>PptxGenJS Presentation</dc:subject>
  <dc:creator>Codebuddy</dc:creator>
  <cp:lastModifiedBy>Codebuddy</cp:lastModifiedBy>
  <cp:revision>1</cp:revision>
  <dcterms:created xsi:type="dcterms:W3CDTF">2025-12-16T02:47:57Z</dcterms:created>
  <dcterms:modified xsi:type="dcterms:W3CDTF">2025-12-16T02:47:57Z</dcterms:modified>
</cp:coreProperties>
</file>